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7" r:id="rId32"/>
    <p:sldId id="306" r:id="rId33"/>
    <p:sldId id="308" r:id="rId34"/>
    <p:sldId id="310" r:id="rId35"/>
    <p:sldId id="309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B8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bleStyles" Target="tableStyles.xml"/><Relationship Id="rId4" Type="http://schemas.openxmlformats.org/officeDocument/2006/relationships/slide" Target="slides/slide2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1196975"/>
            <a:ext cx="10943167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2422525"/>
            <a:ext cx="10949517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208933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jpe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jpe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jpe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ext Box 5"/>
          <p:cNvSpPr txBox="1"/>
          <p:nvPr/>
        </p:nvSpPr>
        <p:spPr>
          <a:xfrm>
            <a:off x="2870200" y="1903730"/>
            <a:ext cx="6451600" cy="772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Guest Lecture Series on DevOps</a:t>
            </a:r>
            <a:endParaRPr lang="en-US" sz="3200" b="1">
              <a:solidFill>
                <a:srgbClr val="FF0000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8970" y="2977515"/>
            <a:ext cx="9439275" cy="3208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800" b="1">
                <a:solidFill>
                  <a:srgbClr val="00B050"/>
                </a:solidFill>
                <a:latin typeface="Consolas" panose="020B0609020204030204" charset="0"/>
                <a:cs typeface="Consolas" panose="020B0609020204030204" charset="0"/>
              </a:rPr>
              <a:t>Topics: </a:t>
            </a:r>
            <a:endParaRPr lang="en-US" sz="2800" b="1">
              <a:solidFill>
                <a:srgbClr val="00B050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Introduction to DevOps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Working with GitHub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Creating a Pull Request in GitHub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Jenkins CI/CD Pipeline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Docker Containerization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Types of Testing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  <a:p>
            <a:pPr marL="457200" indent="-457200">
              <a:buFont typeface="Wingdings" panose="05000000000000000000" charset="0"/>
              <a:buChar char="v"/>
            </a:pPr>
            <a:r>
              <a:rPr lang="en-US" sz="2800" b="1">
                <a:solidFill>
                  <a:schemeClr val="accent1"/>
                </a:solidFill>
                <a:latin typeface="Consolas" panose="020B0609020204030204" charset="0"/>
                <a:cs typeface="Consolas" panose="020B0609020204030204" charset="0"/>
              </a:rPr>
              <a:t>Ansible Playbooks</a:t>
            </a:r>
            <a:endParaRPr lang="en-US" sz="2800" b="1">
              <a:solidFill>
                <a:schemeClr val="accent1"/>
              </a:solidFill>
              <a:latin typeface="Consolas" panose="020B0609020204030204" charset="0"/>
              <a:cs typeface="Consolas" panose="020B0609020204030204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8366760" y="5185410"/>
            <a:ext cx="371094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Presented By:</a:t>
            </a:r>
            <a:endParaRPr lang="en-US" sz="2000" b="1">
              <a:solidFill>
                <a:srgbClr val="FF0000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  <a:p>
            <a: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J Naresh Kumar,</a:t>
            </a:r>
            <a:b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Asst. Professor, </a:t>
            </a:r>
            <a:b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Dept of Cyber Security,</a:t>
            </a:r>
            <a:b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r>
              <a:rPr lang="en-US" sz="2000" b="1">
                <a:solidFill>
                  <a:srgbClr val="FF0000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Sphoorthy Engg College.</a:t>
            </a:r>
            <a:endParaRPr lang="en-US" sz="2000" b="1">
              <a:solidFill>
                <a:srgbClr val="FF0000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2" name="Content Placeholder 1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4" name="Content Placeholder 33" descr="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0215" y="912495"/>
            <a:ext cx="11490960" cy="51784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3050" y="1221740"/>
            <a:ext cx="11598910" cy="524129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5595" y="1145540"/>
            <a:ext cx="11830050" cy="5094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8290" y="769620"/>
            <a:ext cx="11465560" cy="56813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0990" y="546735"/>
            <a:ext cx="11568430" cy="57715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1775" y="589280"/>
            <a:ext cx="11471275" cy="60001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9540" y="882650"/>
            <a:ext cx="12084050" cy="49809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0195" y="524510"/>
            <a:ext cx="11636375" cy="52298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1155" y="482600"/>
            <a:ext cx="11614785" cy="5729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1925" y="482600"/>
            <a:ext cx="12056745" cy="5549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695" y="589280"/>
            <a:ext cx="11905615" cy="55702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8585" y="541655"/>
            <a:ext cx="12053570" cy="5217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8440" y="418465"/>
            <a:ext cx="11786235" cy="603821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775" y="553720"/>
            <a:ext cx="12057380" cy="575119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0500" y="665480"/>
            <a:ext cx="11811635" cy="55276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0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705" y="709295"/>
            <a:ext cx="11838305" cy="561276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675" y="525145"/>
            <a:ext cx="11775440" cy="57619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7645" y="471805"/>
            <a:ext cx="11821795" cy="58254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7495" y="822960"/>
            <a:ext cx="11847830" cy="53568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5750" y="354965"/>
            <a:ext cx="11743055" cy="58788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40030" y="791210"/>
            <a:ext cx="11876405" cy="55810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1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67970" y="396875"/>
            <a:ext cx="11836400" cy="608647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74320" y="801370"/>
            <a:ext cx="11850370" cy="55492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0185" y="929640"/>
            <a:ext cx="11950700" cy="548513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4935" y="866140"/>
            <a:ext cx="11962130" cy="54324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4155" y="865505"/>
            <a:ext cx="11816715" cy="55594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7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4310" y="1060450"/>
            <a:ext cx="11924665" cy="5328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2270" y="482600"/>
            <a:ext cx="11544935" cy="61785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Devops"/>
          <p:cNvPicPr>
            <a:picLocks noChangeAspect="1"/>
          </p:cNvPicPr>
          <p:nvPr>
            <p:ph idx="1"/>
          </p:nvPr>
        </p:nvPicPr>
        <p:blipFill>
          <a:blip r:embed="rId1"/>
          <a:srcRect t="162" b="-1620"/>
          <a:stretch>
            <a:fillRect/>
          </a:stretch>
        </p:blipFill>
        <p:spPr>
          <a:xfrm>
            <a:off x="1525270" y="190500"/>
            <a:ext cx="9613900" cy="6501765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2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8990" y="347980"/>
            <a:ext cx="10774045" cy="61620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4" name="Content Placeholder 3" descr="Before and After DevOps"/>
          <p:cNvPicPr>
            <a:picLocks noChangeAspect="1"/>
          </p:cNvPicPr>
          <p:nvPr>
            <p:ph idx="1"/>
          </p:nvPr>
        </p:nvPicPr>
        <p:blipFill>
          <a:blip r:embed="rId1"/>
          <a:srcRect t="-1240" r="1105" b="-5453"/>
          <a:stretch>
            <a:fillRect/>
          </a:stretch>
        </p:blipFill>
        <p:spPr>
          <a:xfrm>
            <a:off x="1280160" y="244475"/>
            <a:ext cx="10001250" cy="6431915"/>
          </a:xfr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Docker-Kubernetes2"/>
          <p:cNvPicPr>
            <a:picLocks noChangeAspect="1"/>
          </p:cNvPicPr>
          <p:nvPr>
            <p:ph idx="1"/>
          </p:nvPr>
        </p:nvPicPr>
        <p:blipFill>
          <a:blip r:embed="rId1"/>
          <a:srcRect t="-10393" r="-3947" b="-2099"/>
          <a:stretch>
            <a:fillRect/>
          </a:stretch>
        </p:blipFill>
        <p:spPr>
          <a:xfrm>
            <a:off x="609600" y="169545"/>
            <a:ext cx="11405870" cy="6485255"/>
          </a:xfr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DevOps Project"/>
          <p:cNvPicPr>
            <a:picLocks noChangeAspect="1"/>
          </p:cNvPicPr>
          <p:nvPr>
            <p:ph idx="1"/>
          </p:nvPr>
        </p:nvPicPr>
        <p:blipFill>
          <a:blip r:embed="rId1"/>
          <a:srcRect t="9877" b="9877"/>
          <a:stretch>
            <a:fillRect/>
          </a:stretch>
        </p:blipFill>
        <p:spPr>
          <a:xfrm>
            <a:off x="152400" y="344805"/>
            <a:ext cx="11727815" cy="5984875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WPS Presentation</Application>
  <PresentationFormat>Widescreen</PresentationFormat>
  <Paragraphs>14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4" baseType="lpstr">
      <vt:lpstr>Arial</vt:lpstr>
      <vt:lpstr>SimSun</vt:lpstr>
      <vt:lpstr>Wingdings</vt:lpstr>
      <vt:lpstr>Franklin Gothic Medium</vt:lpstr>
      <vt:lpstr>Consolas</vt:lpstr>
      <vt:lpstr>Wingdings</vt:lpstr>
      <vt:lpstr>Microsoft YaHei</vt:lpstr>
      <vt:lpstr>Arial Unicode MS</vt:lpstr>
      <vt:lpstr>Calibri</vt:lpstr>
      <vt:lpstr>Blue Waves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Analyzing Web Application Performance Using JMeter</dc:title>
  <dc:creator>Naresh.Joinoju</dc:creator>
  <cp:lastModifiedBy>Naresh Kumar Joinoju</cp:lastModifiedBy>
  <cp:revision>24</cp:revision>
  <dcterms:created xsi:type="dcterms:W3CDTF">2023-05-24T09:03:00Z</dcterms:created>
  <dcterms:modified xsi:type="dcterms:W3CDTF">2026-04-27T05:12:52Z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D34F92E2A5C04128B470F82BCB799BEB</vt:lpwstr>
  </property>
  <property fmtid="{D5CDD505-2E9C-101B-9397-08002B2CF9AE}" pid="3" name="KSOProductBuildVer">
    <vt:lpwstr>1033-12.1.0.25242</vt:lpwstr>
  </property>
</Properties>
</file>
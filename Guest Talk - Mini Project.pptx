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77" r:id="rId3"/>
    <p:sldId id="313" r:id="rId4"/>
    <p:sldId id="308" r:id="rId5"/>
    <p:sldId id="309" r:id="rId6"/>
    <p:sldId id="311" r:id="rId7"/>
    <p:sldId id="310" r:id="rId8"/>
    <p:sldId id="316" r:id="rId9"/>
    <p:sldId id="317" r:id="rId10"/>
    <p:sldId id="318" r:id="rId11"/>
    <p:sldId id="307" r:id="rId12"/>
    <p:sldId id="319" r:id="rId13"/>
    <p:sldId id="320" r:id="rId14"/>
    <p:sldId id="321" r:id="rId15"/>
    <p:sldId id="322" r:id="rId16"/>
    <p:sldId id="32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B8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jpeg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461010" y="2447290"/>
            <a:ext cx="11899265" cy="772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3600" b="1">
                <a:solidFill>
                  <a:srgbClr val="002060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Getting Started with Mini Projects: Ideas, Methodologies and Best Practices</a:t>
            </a:r>
            <a:endParaRPr lang="en-US" sz="3600" b="1">
              <a:solidFill>
                <a:srgbClr val="002060"/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61010" y="3607435"/>
            <a:ext cx="9439275" cy="3208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>
                <a:solidFill>
                  <a:srgbClr val="00B050"/>
                </a:solidFill>
                <a:latin typeface="Consolas" panose="020B0609020204030204" charset="0"/>
                <a:cs typeface="Consolas" panose="020B0609020204030204" charset="0"/>
              </a:rPr>
              <a:t>Topics: </a:t>
            </a:r>
            <a:endParaRPr lang="en-US" sz="2800" b="1">
              <a:solidFill>
                <a:srgbClr val="00B05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sz="2800" b="1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SDLC.</a:t>
            </a:r>
            <a:endParaRPr lang="en-US" sz="2800" b="1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sz="2800" b="1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3 Tier Architecture.</a:t>
            </a:r>
            <a:endParaRPr lang="en-US" sz="2800" b="1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sz="2800" b="1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Types of Applications.</a:t>
            </a:r>
            <a:endParaRPr lang="en-US" sz="2800" b="1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sz="2800" b="1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Getting started with new Idea.</a:t>
            </a:r>
            <a:endParaRPr lang="en-US" sz="2800" b="1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sz="2800" b="1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Examples.</a:t>
            </a:r>
            <a:endParaRPr lang="en-US" sz="2800" b="1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457200" indent="-457200">
              <a:buFont typeface="Wingdings" panose="05000000000000000000" charset="0"/>
              <a:buChar char="v"/>
            </a:pPr>
            <a:endParaRPr lang="en-US" sz="2800" b="1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8366760" y="5185410"/>
            <a:ext cx="371094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rgbClr val="92D050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Presented By:</a:t>
            </a:r>
            <a:endParaRPr lang="en-US" sz="2000" b="1">
              <a:solidFill>
                <a:srgbClr val="92D050"/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  <a:p>
            <a:r>
              <a:rPr lang="en-US" sz="2000" b="1">
                <a:solidFill>
                  <a:srgbClr val="92D050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J Naresh Kumar,</a:t>
            </a:r>
            <a:br>
              <a:rPr lang="en-US" sz="2000" b="1">
                <a:solidFill>
                  <a:srgbClr val="92D050"/>
                </a:solidFill>
                <a:latin typeface="Franklin Gothic Medium" panose="020B0603020102020204" charset="0"/>
                <a:cs typeface="Franklin Gothic Medium" panose="020B0603020102020204" charset="0"/>
              </a:rPr>
            </a:br>
            <a:r>
              <a:rPr lang="en-US" sz="2000" b="1">
                <a:solidFill>
                  <a:srgbClr val="92D050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Asst. Professor, </a:t>
            </a:r>
            <a:br>
              <a:rPr lang="en-US" sz="2000" b="1">
                <a:solidFill>
                  <a:srgbClr val="92D050"/>
                </a:solidFill>
                <a:latin typeface="Franklin Gothic Medium" panose="020B0603020102020204" charset="0"/>
                <a:cs typeface="Franklin Gothic Medium" panose="020B0603020102020204" charset="0"/>
              </a:rPr>
            </a:br>
            <a:r>
              <a:rPr lang="en-US" sz="2000" b="1">
                <a:solidFill>
                  <a:srgbClr val="92D050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Dept of Cyber Security,</a:t>
            </a:r>
            <a:br>
              <a:rPr lang="en-US" sz="2000" b="1">
                <a:solidFill>
                  <a:srgbClr val="92D050"/>
                </a:solidFill>
                <a:latin typeface="Franklin Gothic Medium" panose="020B0603020102020204" charset="0"/>
                <a:cs typeface="Franklin Gothic Medium" panose="020B0603020102020204" charset="0"/>
              </a:rPr>
            </a:br>
            <a:r>
              <a:rPr lang="en-US" sz="2000" b="1">
                <a:solidFill>
                  <a:srgbClr val="92D050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Sphoorthy Engg College.</a:t>
            </a:r>
            <a:endParaRPr lang="en-US" sz="2000" b="1">
              <a:solidFill>
                <a:srgbClr val="92D050"/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pic>
        <p:nvPicPr>
          <p:cNvPr id="4" name="Content Placeholder 3" descr="Untitled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2207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81050" y="111125"/>
            <a:ext cx="9875520" cy="65773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olidFill>
                  <a:srgbClr val="FF0000"/>
                </a:solidFill>
              </a:rPr>
              <a:t>Software Engineering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Web Development:    Building websites and web applications</a:t>
            </a:r>
            <a:endParaRPr lang="en-US" altLang="en-US" sz="2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App Development:     Building applications for mobile devices</a:t>
            </a:r>
            <a:endParaRPr lang="en-US" altLang="en-US" sz="2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Android Development:   Creating applications for the Android platform</a:t>
            </a:r>
            <a:endParaRPr lang="en-US" altLang="en-US" sz="2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AI/ML Engineering:     Developing artificial intelligence and machine learning solutions</a:t>
            </a:r>
            <a:endParaRPr lang="en-US" altLang="en-US" sz="2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Data Analysis &amp; Data Science:      Extracting insights from data</a:t>
            </a:r>
            <a:endParaRPr lang="en-US" altLang="en-US" sz="2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Cloud &amp; DevOps:      Managing cloud infrastructure and continuous deployment</a:t>
            </a:r>
            <a:endParaRPr lang="en-US" altLang="en-US" sz="280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 sz="2800">
                <a:latin typeface="Calibri" panose="020F0502020204030204" charset="0"/>
                <a:cs typeface="Calibri" panose="020F0502020204030204" charset="0"/>
              </a:rPr>
              <a:t>Cyber Security:      Protecting systems and data from threats</a:t>
            </a:r>
            <a:endParaRPr lang="en-US" altLang="en-US" sz="280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Content Placeholder 9" descr="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53720" y="196215"/>
            <a:ext cx="9888220" cy="65855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Content Placeholder 15" descr="2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609600" y="100330"/>
            <a:ext cx="9907905" cy="659892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6" name="Picture 15" descr="3 Tier Ar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80" y="0"/>
            <a:ext cx="11774805" cy="6858000"/>
          </a:xfrm>
          <a:prstGeom prst="rect">
            <a:avLst/>
          </a:prstGeom>
        </p:spPr>
      </p:pic>
      <p:sp>
        <p:nvSpPr>
          <p:cNvPr id="20" name="Text Box 19"/>
          <p:cNvSpPr txBox="1"/>
          <p:nvPr/>
        </p:nvSpPr>
        <p:spPr>
          <a:xfrm>
            <a:off x="526415" y="5377180"/>
            <a:ext cx="36125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/>
              <a:t>Html, css, js, </a:t>
            </a:r>
            <a:br>
              <a:rPr lang="en-US" altLang="en-US"/>
            </a:br>
            <a:r>
              <a:rPr lang="en-US" altLang="en-US"/>
              <a:t>Frameworks: Angular, React</a:t>
            </a:r>
            <a:endParaRPr lang="en-US" altLang="en-US"/>
          </a:p>
        </p:txBody>
      </p:sp>
      <p:sp>
        <p:nvSpPr>
          <p:cNvPr id="21" name="Text Box 20"/>
          <p:cNvSpPr txBox="1"/>
          <p:nvPr/>
        </p:nvSpPr>
        <p:spPr>
          <a:xfrm>
            <a:off x="5201285" y="5515610"/>
            <a:ext cx="2633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Java, PHP, .Net, Python</a:t>
            </a:r>
            <a:endParaRPr lang="en-US" altLang="en-US"/>
          </a:p>
        </p:txBody>
      </p:sp>
      <p:sp>
        <p:nvSpPr>
          <p:cNvPr id="22" name="Text Box 21"/>
          <p:cNvSpPr txBox="1"/>
          <p:nvPr/>
        </p:nvSpPr>
        <p:spPr>
          <a:xfrm>
            <a:off x="8396605" y="546227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/>
              <a:t>MySql, Oracle, Sql Server, </a:t>
            </a:r>
            <a:br>
              <a:rPr lang="en-US" altLang="en-US"/>
            </a:br>
            <a:r>
              <a:rPr lang="en-US" altLang="en-US"/>
              <a:t>Mongo DB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7" name="Picture 16" descr="3 Tier Application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910" y="16891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8" name="Picture 17" descr="3 Tier Application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80" y="117475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9" name="Picture 18" descr="3 Tier Application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95" y="172085"/>
            <a:ext cx="9769475" cy="65138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Devops"/>
          <p:cNvPicPr>
            <a:picLocks noChangeAspect="1"/>
          </p:cNvPicPr>
          <p:nvPr>
            <p:ph idx="1"/>
          </p:nvPr>
        </p:nvPicPr>
        <p:blipFill>
          <a:blip r:embed="rId1"/>
          <a:srcRect t="162" b="-1620"/>
          <a:stretch>
            <a:fillRect/>
          </a:stretch>
        </p:blipFill>
        <p:spPr>
          <a:xfrm>
            <a:off x="1940560" y="-107315"/>
            <a:ext cx="7378065" cy="4989830"/>
          </a:xfrm>
        </p:spPr>
      </p:pic>
      <p:sp>
        <p:nvSpPr>
          <p:cNvPr id="2" name="Text Box 1"/>
          <p:cNvSpPr txBox="1"/>
          <p:nvPr/>
        </p:nvSpPr>
        <p:spPr>
          <a:xfrm>
            <a:off x="796290" y="4514215"/>
            <a:ext cx="1114298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Load Balancer / Web Server - Web Tier</a:t>
            </a:r>
            <a:endParaRPr lang="en-US" altLang="en-US"/>
          </a:p>
          <a:p>
            <a:r>
              <a:rPr lang="en-US" altLang="en-US"/>
              <a:t>Application Server - Application Tier</a:t>
            </a:r>
            <a:endParaRPr lang="en-US" altLang="en-US"/>
          </a:p>
          <a:p>
            <a:r>
              <a:rPr lang="en-US" altLang="en-US"/>
              <a:t>Database Server - DB Tier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In between all the 3 tiers we have Network connections, routers and sub networks.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Who is Handling all these tiers ??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2400">
                <a:solidFill>
                  <a:srgbClr val="0070C0"/>
                </a:solidFill>
              </a:rPr>
              <a:t>Here’s a detailed step-by-step guide for students to proceed with a mini project that showcases technical skills and adds credibility:</a:t>
            </a:r>
            <a:endParaRPr lang="en-US" altLang="en-US" sz="240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000" b="1">
                <a:solidFill>
                  <a:srgbClr val="0070C0"/>
                </a:solidFill>
              </a:rPr>
              <a:t>1. Identify a Domain &amp; Topic</a:t>
            </a:r>
            <a:endParaRPr lang="en-US" altLang="en-US" sz="2000" b="1">
              <a:solidFill>
                <a:srgbClr val="0070C0"/>
              </a:solidFill>
            </a:endParaRPr>
          </a:p>
          <a:p>
            <a:endParaRPr lang="en-US" altLang="en-US" sz="2000"/>
          </a:p>
          <a:p>
            <a:r>
              <a:rPr lang="en-US" altLang="en-US" sz="2000"/>
              <a:t>Choose a domain you are interested in (e.g., Web Development, AI/ML, Data Science, Cybersecurity, Cloud, etc.).</a:t>
            </a:r>
            <a:endParaRPr lang="en-US" altLang="en-US" sz="2000"/>
          </a:p>
          <a:p>
            <a:r>
              <a:rPr lang="en-US" altLang="en-US" sz="2000"/>
              <a:t>Search for base papers or existing projects on Google Scholar, IEEE, or GitHub for inspiration.</a:t>
            </a:r>
            <a:endParaRPr lang="en-US" altLang="en-US" sz="2000"/>
          </a:p>
          <a:p>
            <a:r>
              <a:rPr lang="en-US" altLang="en-US" sz="2000"/>
              <a:t>Pick a topic that is feasible within your timeline and aligned with your skills.</a:t>
            </a:r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pPr marL="0" indent="0">
              <a:buNone/>
            </a:pPr>
            <a:r>
              <a:rPr lang="en-US" altLang="en-US" sz="2000" b="1">
                <a:solidFill>
                  <a:srgbClr val="0070C0"/>
                </a:solidFill>
              </a:rPr>
              <a:t>2. Analyze Existing Solutions</a:t>
            </a:r>
            <a:endParaRPr lang="en-US" altLang="en-US" sz="2000" b="1">
              <a:solidFill>
                <a:srgbClr val="0070C0"/>
              </a:solidFill>
            </a:endParaRPr>
          </a:p>
          <a:p>
            <a:endParaRPr lang="en-US" altLang="en-US" sz="2000"/>
          </a:p>
          <a:p>
            <a:r>
              <a:rPr lang="en-US" altLang="en-US" sz="2000"/>
              <a:t>Understand the problem statement and how existing projects solve it.</a:t>
            </a:r>
            <a:endParaRPr lang="en-US" altLang="en-US" sz="2000"/>
          </a:p>
          <a:p>
            <a:r>
              <a:rPr lang="en-US" altLang="en-US" sz="2000"/>
              <a:t>Identify limitations or gaps in the current solutions (e.g., performance issues, missing features, cost inefficiency).</a:t>
            </a:r>
            <a:endParaRPr lang="en-US" altLang="en-US" sz="2000"/>
          </a:p>
          <a:p>
            <a:endParaRPr lang="en-US" altLang="en-US" sz="1600"/>
          </a:p>
          <a:p>
            <a:endParaRPr lang="en-US" alt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735" y="469900"/>
            <a:ext cx="10972800" cy="6298565"/>
          </a:xfrm>
        </p:spPr>
        <p:txBody>
          <a:bodyPr/>
          <a:p>
            <a:pPr marL="0" indent="0">
              <a:buNone/>
            </a:pPr>
            <a:r>
              <a:rPr lang="en-US" altLang="en-US" sz="2000" b="1">
                <a:solidFill>
                  <a:srgbClr val="0070C0"/>
                </a:solidFill>
              </a:rPr>
              <a:t>3. Add a New Feature or Improvement</a:t>
            </a:r>
            <a:endParaRPr lang="en-US" altLang="en-US" sz="2000" b="1">
              <a:solidFill>
                <a:srgbClr val="0070C0"/>
              </a:solidFill>
            </a:endParaRPr>
          </a:p>
          <a:p>
            <a:endParaRPr lang="en-US" altLang="en-US" sz="2000"/>
          </a:p>
          <a:p>
            <a:r>
              <a:rPr lang="en-US" altLang="en-US" sz="2000"/>
              <a:t>Brainstorm innovative features or enhancements:</a:t>
            </a:r>
            <a:endParaRPr lang="en-US" altLang="en-US" sz="2000"/>
          </a:p>
          <a:p>
            <a:r>
              <a:rPr lang="en-US" altLang="en-US" sz="2000"/>
              <a:t>Improve UI/UX.</a:t>
            </a:r>
            <a:endParaRPr lang="en-US" altLang="en-US" sz="2000"/>
          </a:p>
          <a:p>
            <a:r>
              <a:rPr lang="en-US" altLang="en-US" sz="2000"/>
              <a:t>Add automation or AI-based predictions.</a:t>
            </a:r>
            <a:endParaRPr lang="en-US" altLang="en-US" sz="2000"/>
          </a:p>
          <a:p>
            <a:r>
              <a:rPr lang="en-US" altLang="en-US" sz="2000"/>
              <a:t>Make it cost-effective (e.g., use open-source tools instead of paid services).</a:t>
            </a:r>
            <a:endParaRPr lang="en-US" altLang="en-US" sz="2000"/>
          </a:p>
          <a:p>
            <a:r>
              <a:rPr lang="en-US" altLang="en-US" sz="2000"/>
              <a:t>Ensure the feature is practical and implementable.</a:t>
            </a:r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pPr marL="0" algn="l">
              <a:buClrTx/>
              <a:buSzTx/>
              <a:buFontTx/>
              <a:buNone/>
            </a:pPr>
            <a:r>
              <a:rPr lang="en-US" altLang="en-US" sz="2000" b="1">
                <a:solidFill>
                  <a:srgbClr val="0070C0"/>
                </a:solidFill>
              </a:rPr>
              <a:t>4. Plan &amp; Design</a:t>
            </a:r>
            <a:endParaRPr lang="en-US" altLang="en-US" sz="2000" b="1">
              <a:solidFill>
                <a:srgbClr val="0070C0"/>
              </a:solidFill>
            </a:endParaRPr>
          </a:p>
          <a:p>
            <a:r>
              <a:rPr lang="en-US" altLang="en-US" sz="2000"/>
              <a:t>Create a project plan:</a:t>
            </a:r>
            <a:endParaRPr lang="en-US" altLang="en-US" sz="2000"/>
          </a:p>
          <a:p>
            <a:r>
              <a:rPr lang="en-US" altLang="en-US" sz="2000"/>
              <a:t>Define modules and timeline.</a:t>
            </a:r>
            <a:endParaRPr lang="en-US" altLang="en-US" sz="2000"/>
          </a:p>
          <a:p>
            <a:r>
              <a:rPr lang="en-US" altLang="en-US" sz="2000"/>
              <a:t>Choose tech stack (languages, frameworks, tools).</a:t>
            </a:r>
            <a:endParaRPr lang="en-US" altLang="en-US" sz="2000"/>
          </a:p>
          <a:p>
            <a:r>
              <a:rPr lang="en-US" altLang="en-US" sz="2000"/>
              <a:t>Design architecture diagrams and UI mockups.</a:t>
            </a:r>
            <a:endParaRPr lang="en-US" alt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92100"/>
            <a:ext cx="10972800" cy="6161405"/>
          </a:xfrm>
        </p:spPr>
        <p:txBody>
          <a:bodyPr/>
          <a:p>
            <a:pPr marL="0" algn="l">
              <a:buClrTx/>
              <a:buSzTx/>
              <a:buFontTx/>
              <a:buNone/>
            </a:pPr>
            <a:r>
              <a:rPr lang="en-US" altLang="en-US" sz="2000" b="1">
                <a:solidFill>
                  <a:srgbClr val="0070C0"/>
                </a:solidFill>
              </a:rPr>
              <a:t>5. Development &amp; Testing</a:t>
            </a:r>
            <a:endParaRPr lang="en-US" altLang="en-US" sz="2000" b="1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en-US" sz="2000"/>
          </a:p>
          <a:p>
            <a:r>
              <a:rPr lang="en-US" altLang="en-US" sz="2000"/>
              <a:t>Start coding the base functionality first.</a:t>
            </a:r>
            <a:endParaRPr lang="en-US" altLang="en-US" sz="2000"/>
          </a:p>
          <a:p>
            <a:r>
              <a:rPr lang="en-US" altLang="en-US" sz="2000"/>
              <a:t>Integrate your new feature.</a:t>
            </a:r>
            <a:endParaRPr lang="en-US" altLang="en-US" sz="2000"/>
          </a:p>
          <a:p>
            <a:r>
              <a:rPr lang="en-US" altLang="en-US" sz="2000"/>
              <a:t>Perform unit testing and integration testing.</a:t>
            </a:r>
            <a:endParaRPr lang="en-US" altLang="en-US" sz="2000"/>
          </a:p>
          <a:p>
            <a:r>
              <a:rPr lang="en-US" altLang="en-US" sz="2000"/>
              <a:t>Use version control (GitHub/GitLab) for credibility.</a:t>
            </a:r>
            <a:endParaRPr lang="en-US" altLang="en-US" sz="2000"/>
          </a:p>
          <a:p>
            <a:endParaRPr lang="en-US" altLang="en-US" sz="2000"/>
          </a:p>
          <a:p>
            <a:pPr marL="0" algn="l">
              <a:buClrTx/>
              <a:buSzTx/>
              <a:buFontTx/>
              <a:buNone/>
            </a:pPr>
            <a:r>
              <a:rPr lang="en-US" altLang="en-US" sz="2000" b="1">
                <a:solidFill>
                  <a:srgbClr val="0070C0"/>
                </a:solidFill>
              </a:rPr>
              <a:t>6. Documentation</a:t>
            </a:r>
            <a:endParaRPr lang="en-US" altLang="en-US" sz="2000" b="1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en-US" sz="2000"/>
          </a:p>
          <a:p>
            <a:r>
              <a:rPr lang="en-US" altLang="en-US" sz="2000"/>
              <a:t>Prepare clear documentation:</a:t>
            </a:r>
            <a:endParaRPr lang="en-US" altLang="en-US" sz="2000"/>
          </a:p>
          <a:p>
            <a:r>
              <a:rPr lang="en-US" altLang="en-US" sz="2000"/>
              <a:t>Abstract (summary of your project).</a:t>
            </a:r>
            <a:endParaRPr lang="en-US" altLang="en-US" sz="2000"/>
          </a:p>
          <a:p>
            <a:r>
              <a:rPr lang="en-US" altLang="en-US" sz="2000"/>
              <a:t>Problem Statement.</a:t>
            </a:r>
            <a:endParaRPr lang="en-US" altLang="en-US" sz="2000"/>
          </a:p>
          <a:p>
            <a:r>
              <a:rPr lang="en-US" altLang="en-US" sz="2000"/>
              <a:t>Proposed Solution.</a:t>
            </a:r>
            <a:endParaRPr lang="en-US" altLang="en-US" sz="2000"/>
          </a:p>
          <a:p>
            <a:r>
              <a:rPr lang="en-US" altLang="en-US" sz="2000"/>
              <a:t>Architecture &amp; Design.</a:t>
            </a:r>
            <a:endParaRPr lang="en-US" altLang="en-US" sz="2000"/>
          </a:p>
          <a:p>
            <a:r>
              <a:rPr lang="en-US" altLang="en-US" sz="2000"/>
              <a:t>Implementation Details.</a:t>
            </a:r>
            <a:endParaRPr lang="en-US" altLang="en-US" sz="2000"/>
          </a:p>
          <a:p>
            <a:r>
              <a:rPr lang="en-US" altLang="en-US" sz="2000"/>
              <a:t>Screenshots &amp; Results.</a:t>
            </a:r>
            <a:endParaRPr lang="en-US" altLang="en-US" sz="2000"/>
          </a:p>
          <a:p>
            <a:r>
              <a:rPr lang="en-US" altLang="en-US" sz="2000"/>
              <a:t>Tools: MS Word, LaTeX, or Google Docs.</a:t>
            </a:r>
            <a:endParaRPr lang="en-US" altLang="en-US"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02260"/>
            <a:ext cx="10972800" cy="6130290"/>
          </a:xfrm>
        </p:spPr>
        <p:txBody>
          <a:bodyPr/>
          <a:p>
            <a:pPr marL="0" indent="0">
              <a:buNone/>
            </a:pPr>
            <a:endParaRPr lang="en-US" altLang="en-US" sz="2000"/>
          </a:p>
          <a:p>
            <a:pPr marL="0" algn="l">
              <a:buClrTx/>
              <a:buSzTx/>
              <a:buFontTx/>
              <a:buNone/>
            </a:pPr>
            <a:r>
              <a:rPr lang="en-US" altLang="en-US" sz="2000" b="1">
                <a:solidFill>
                  <a:srgbClr val="0070C0"/>
                </a:solidFill>
              </a:rPr>
              <a:t>7. Optional: Publication</a:t>
            </a:r>
            <a:endParaRPr lang="en-US" altLang="en-US" sz="2000" b="1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en-US" sz="2000"/>
          </a:p>
          <a:p>
            <a:r>
              <a:rPr lang="en-US" altLang="en-US" sz="2000"/>
              <a:t>If you want extra credibility for higher studies or placements, publish your work:</a:t>
            </a:r>
            <a:endParaRPr lang="en-US" altLang="en-US" sz="2000"/>
          </a:p>
          <a:p>
            <a:r>
              <a:rPr lang="en-US" altLang="en-US" sz="2000"/>
              <a:t>Platforms: IEEE, Springer, ResearchGate, or College Journal.</a:t>
            </a:r>
            <a:endParaRPr lang="en-US" altLang="en-US" sz="2000"/>
          </a:p>
          <a:p>
            <a:r>
              <a:rPr lang="en-US" altLang="en-US" sz="2000"/>
              <a:t>Write a research paper based on your documentation.</a:t>
            </a:r>
            <a:endParaRPr lang="en-US" altLang="en-US" sz="2000"/>
          </a:p>
          <a:p>
            <a:endParaRPr lang="en-US" altLang="en-US" sz="2000"/>
          </a:p>
          <a:p>
            <a:endParaRPr lang="en-US" altLang="en-US" sz="2000"/>
          </a:p>
          <a:p>
            <a:pPr marL="0" algn="l">
              <a:buClrTx/>
              <a:buSzTx/>
              <a:buFontTx/>
              <a:buNone/>
            </a:pPr>
            <a:r>
              <a:rPr lang="en-US" altLang="en-US" sz="2000" b="1">
                <a:solidFill>
                  <a:srgbClr val="0070C0"/>
                </a:solidFill>
              </a:rPr>
              <a:t>8. Showcase Your Work</a:t>
            </a:r>
            <a:endParaRPr lang="en-US" altLang="en-US" sz="2000" b="1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altLang="en-US" sz="2000"/>
          </a:p>
          <a:p>
            <a:r>
              <a:rPr lang="en-US" altLang="en-US" sz="2000"/>
              <a:t>Upload your project on GitHub or Portfolio Website.</a:t>
            </a:r>
            <a:endParaRPr lang="en-US" altLang="en-US" sz="2000"/>
          </a:p>
          <a:p>
            <a:r>
              <a:rPr lang="en-US" altLang="en-US" sz="2000"/>
              <a:t>Create a demo video and share on LinkedIn.</a:t>
            </a:r>
            <a:endParaRPr lang="en-US" altLang="en-US" sz="2000"/>
          </a:p>
          <a:p>
            <a:r>
              <a:rPr lang="en-US" altLang="en-US" sz="2000"/>
              <a:t>Add it to your resume under “Projects”.</a:t>
            </a:r>
            <a:endParaRPr lang="en-US" altLang="en-US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 descr="Idea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546100" y="202565"/>
            <a:ext cx="10527665" cy="6440805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2941</Words>
  <Application>WPS Presentation</Application>
  <PresentationFormat>Widescreen</PresentationFormat>
  <Paragraphs>99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Franklin Gothic Medium</vt:lpstr>
      <vt:lpstr>Consolas</vt:lpstr>
      <vt:lpstr>Wingdings</vt:lpstr>
      <vt:lpstr>Microsoft YaHei</vt:lpstr>
      <vt:lpstr>Arial Unicode MS</vt:lpstr>
      <vt:lpstr>Calibri</vt:lpstr>
      <vt:lpstr>Blue Waves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Web Application Performance Using JMeter</dc:title>
  <dc:creator>Naresh.Joinoju</dc:creator>
  <cp:lastModifiedBy>Naresh Kumar Joinoju</cp:lastModifiedBy>
  <cp:revision>28</cp:revision>
  <dcterms:created xsi:type="dcterms:W3CDTF">2023-05-24T09:03:00Z</dcterms:created>
  <dcterms:modified xsi:type="dcterms:W3CDTF">2025-12-29T12:49:44Z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D34F92E2A5C04128B470F82BCB799BEB</vt:lpwstr>
  </property>
  <property fmtid="{D5CDD505-2E9C-101B-9397-08002B2CF9AE}" pid="3" name="KSOProductBuildVer">
    <vt:lpwstr>1033-12.2.0.23196</vt:lpwstr>
  </property>
</Properties>
</file>
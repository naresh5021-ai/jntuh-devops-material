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7AE8E-7B9A-3B51-C74C-927E16788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77BDC8-A10D-6CAC-B33C-9063B46F8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2B4E5-E21F-BAEA-8EC0-3E56D2A9F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4F56-573E-4AB1-9801-C7ECCBC4834F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94510-1DD2-3FB7-9B90-48D3AC97E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41E57-50FC-4111-BE42-B4AFC1A59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B8C-5C00-4A36-BA07-511012394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295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A4200-DAF5-52DC-2E9F-5F67FD73A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60FDE-42E0-2334-9172-243A04888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AA185-C5D9-D0E8-2B75-7F23F3D9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4F56-573E-4AB1-9801-C7ECCBC4834F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8A7E1-9DF4-7394-20EB-B76976E24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5BAC7-F6BA-1DF2-F838-3A8A89FB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B8C-5C00-4A36-BA07-511012394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051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C017-AC22-94A0-D158-986743C1F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DE561-2840-FE6E-48E5-09A9B057C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93B36-4283-E094-6FEC-73BA20643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4F56-573E-4AB1-9801-C7ECCBC4834F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2F5F7-0DD4-DD0E-15F9-4527C0A46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4D4A5-FE70-9188-D6D3-27B86080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B8C-5C00-4A36-BA07-511012394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888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337C2-C936-5F40-9482-3722A3776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AC417-BF33-76B9-09F6-B3C16B323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26276-76AE-D67B-349F-95A23E9A9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2815E-ECCD-C8FC-E4D5-C65B9149D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4F56-573E-4AB1-9801-C7ECCBC4834F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C9142-00F5-2462-14A5-38811738E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B24E9-52E1-8EB0-F9D6-4869A4710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B8C-5C00-4A36-BA07-511012394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428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18166-C323-14E8-AA0E-D3DE32F7E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ACA32-332B-D8F8-B2B6-39E9F8EE5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AC5F7-42C1-4817-08CD-315193661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4D63D1-F25E-B451-6628-635E84E74E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99A724-A2D8-AB23-6A9E-4AD844F7EC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BB0825-77D1-8978-7401-C9AD8CF02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4F56-573E-4AB1-9801-C7ECCBC4834F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058288-8FE3-2A5B-94FF-883E71FF9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087B8E-841F-600D-4560-95E481748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B8C-5C00-4A36-BA07-511012394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171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356D9-60B6-C439-44AF-29314D097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49CC9D-9502-2DA3-1390-02989F70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4F56-573E-4AB1-9801-C7ECCBC4834F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FEE7A-AD79-82D1-0B2A-C75C856B3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460AE9-2F7D-7860-124A-2A6BE76D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B8C-5C00-4A36-BA07-511012394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48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E27F0E-37B1-6372-16F6-2D51BC28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4F56-573E-4AB1-9801-C7ECCBC4834F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3A4EDB-76C5-6F62-B456-ACFEF2037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8F9FF-1DCD-5D0C-8277-1DC025537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B8C-5C00-4A36-BA07-511012394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555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E1BAD-3BBE-5722-508B-3F703270F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2BEBE-8235-C252-AEF5-FF8B8601B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75326-1E58-00B0-30DC-99899D708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58B10-E1B2-8C3E-40CB-B200BBB55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4F56-573E-4AB1-9801-C7ECCBC4834F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79A3F-EADF-61F5-7C4B-266DB898D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58338-2C64-83CA-B77C-A477BF451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B8C-5C00-4A36-BA07-511012394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50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1D993-02A7-A24D-5B57-C0EEBE90E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1FD725-8BD6-5729-FF7C-62D41D1FD7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DF593-5DFF-8B5D-D485-0FA709406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F5E9D-4FA5-EF69-E461-2C5657C10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4F56-573E-4AB1-9801-C7ECCBC4834F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1A4D9-A5DB-D46B-DBE0-6D54C8DBF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B7405-680D-3069-573D-5901E7D8F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B8C-5C00-4A36-BA07-511012394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9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CE910-1063-229F-923D-3368361DC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013C3-2C53-E443-7020-44BAFDFA1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0A507-9F5B-1F6D-B1AD-C0D819E9B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4F56-573E-4AB1-9801-C7ECCBC4834F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9282A-E5C6-2F09-2F2B-AB4584335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BBDD8-99D7-7442-477B-FA5C766C1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B8C-5C00-4A36-BA07-511012394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825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8732A-7FE1-7B17-6E25-785B983AFB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3036F4-7C96-49DC-56F8-36DAB85B5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B0C69-B72D-15B4-1697-E76ED8EDE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4F56-573E-4AB1-9801-C7ECCBC4834F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7DD13-6E94-66A6-AD53-40DA4F344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7BAAF-721F-F2E7-DCEB-4A5526570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B8C-5C00-4A36-BA07-511012394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350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0CC9E7-A632-0544-EBAB-8355AE0B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C173F-AFAB-23A1-0913-47460C6A2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637D8-CB94-F4FA-85C0-8C424630C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784F56-573E-4AB1-9801-C7ECCBC4834F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E7881-D2BD-EE0F-C02B-7BF7FA9278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CFA87-9732-7A60-B11B-BD51EC43B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C0B8C-5C00-4A36-BA07-511012394F1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062D9F-39C8-2B4B-8896-8C12CBC5488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73763" y="6703060"/>
            <a:ext cx="261937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600">
                <a:solidFill>
                  <a:srgbClr val="62646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</a:t>
            </a:r>
          </a:p>
        </p:txBody>
      </p:sp>
    </p:spTree>
    <p:extLst>
      <p:ext uri="{BB962C8B-B14F-4D97-AF65-F5344CB8AC3E}">
        <p14:creationId xmlns:p14="http://schemas.microsoft.com/office/powerpoint/2010/main" val="2608232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D0395-7086-DC65-DC9D-0D2E1A1274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B14AB8-E4A9-4120-859B-FB60806C5D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C77A71-DCA7-7538-0BD9-178877FEB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256" y="1878195"/>
            <a:ext cx="7925487" cy="310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833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EEA9FB-66CC-4BD8-B8FB-44766415C2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44" b="27928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35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7443d00-af18-408c-9335-47b5de3ec9b9}" enabled="1" method="Privileged" siteId="{6e51e1ad-c54b-4b39-b598-0ffe9ae68fe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Nycin Parrit</dc:creator>
  <cp:lastModifiedBy>Nycin Parrit</cp:lastModifiedBy>
  <cp:revision>1</cp:revision>
  <dcterms:created xsi:type="dcterms:W3CDTF">2025-08-30T02:24:26Z</dcterms:created>
  <dcterms:modified xsi:type="dcterms:W3CDTF">2025-08-30T02:25:41Z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General</vt:lpwstr>
  </property>
</Properties>
</file>